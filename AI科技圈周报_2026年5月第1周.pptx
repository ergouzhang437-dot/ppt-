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82880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AI科技圈周报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 · 第1周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63040" y="301752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聚焦全球AI科技前沿动态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追踪大模型、智能体、AI医疗、政策监管等热点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226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6863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2026.05.01 — 2026.05.07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本周要闻概览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468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54864" cy="1508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最新动态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国产大模型持续迭代，全球竞赛表现亮眼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01568" y="1143000"/>
            <a:ext cx="2468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143000"/>
            <a:ext cx="54864" cy="1508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8"/>
          <p:cNvSpPr/>
          <p:nvPr/>
        </p:nvSpPr>
        <p:spPr>
          <a:xfrm>
            <a:off x="3675888" y="1325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智能体爆发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75888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各大厂商争相布局智能体赛道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71616" y="1143000"/>
            <a:ext cx="2468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71616" y="114300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3"/>
          <p:cNvSpPr/>
          <p:nvPr/>
        </p:nvSpPr>
        <p:spPr>
          <a:xfrm>
            <a:off x="6345936" y="1325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13258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法案推进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45936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2026年8月全面实施，合规要求明确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2834640"/>
            <a:ext cx="2468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2834640"/>
            <a:ext cx="54864" cy="1508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1005840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0175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医疗重大突破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005840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AI辅助诊断在临床取得重要进展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401568" y="2834640"/>
            <a:ext cx="2468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01568" y="283464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3"/>
          <p:cNvSpPr/>
          <p:nvPr/>
        </p:nvSpPr>
        <p:spPr>
          <a:xfrm>
            <a:off x="3675888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301752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675888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企业AI规模化部署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675888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大模型在企业场景全面落地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071616" y="2834640"/>
            <a:ext cx="24688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71616" y="2834640"/>
            <a:ext cx="54864" cy="1508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28"/>
          <p:cNvSpPr/>
          <p:nvPr/>
        </p:nvSpPr>
        <p:spPr>
          <a:xfrm>
            <a:off x="6345936" y="3017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0416" y="301752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45936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2026 召开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345936" y="3794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顶级学术会议发布前沿论文成果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DeepSeek 最新动态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4754880" cy="914400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国产大模型持续迭代升级，在全球AI竞赛中表现亮眼，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多项基准测试达到国际领先水平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46888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模型能力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新一代模型在推理、编程、数学等核心能力上大幅提升，多项指标超越GPT-4级别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46888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开源生态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791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持续推进开源战略，开发者社区活跃度创新高，GitHub Star数快速增长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4747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应用落地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685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金融、教育、政务等多个行业场景深度应用，企业客户数突破新高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3337560"/>
            <a:ext cx="22860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3474720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国际影响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685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在全球AI排行榜中稳居前列，获得国际学术界和产业界广泛认可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92240" y="1280160"/>
            <a:ext cx="2011680" cy="20116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1645920"/>
            <a:ext cx="1280160" cy="128016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965960"/>
            <a:ext cx="640080" cy="6400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67512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6751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全球大模型排名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来源：DeepSeek官方公告 / HuggingFace排行榜 / 行业分析报告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智能体爆发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2026年初最热门赛道，各大科技巨头与创业公司争相布局，AI从"对话式"迈向"行动式"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1828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/ Agents SDK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73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推出通用AI Agent平台，支持多步推理与工具调用，企业可定制专属智能体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1737360"/>
            <a:ext cx="1828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737360"/>
            <a:ext cx="18288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DeepMind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606040"/>
            <a:ext cx="73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深度整合Google生态，在搜索、邮件、日历等场景实现跨应用自动化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737360"/>
            <a:ext cx="1828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73736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Computer 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606040"/>
            <a:ext cx="73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Claude具备操控计算机能力，可自主完成复杂办公任务与代码工程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737360"/>
            <a:ext cx="182880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73736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920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22677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2606040"/>
            <a:ext cx="731520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基于Copilot生态推出企业级Agent矩阵，覆盖Office、Azure、Dynamics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趋势洞察：2026年将成为"Agent元年"，预计将有超过50%的企业在业务流程中部署AI Agent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 AI 法案推进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563624"/>
            <a:ext cx="694944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207008" y="1490472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AI法案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正式生效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15768" y="1490472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禁止类AI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系统禁令生效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24528" y="1490472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1783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通用AI模型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规则适用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33288" y="149047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783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高风险AI系统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全面合规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1737360"/>
            <a:ext cx="1234440" cy="594360"/>
          </a:xfrm>
          <a:prstGeom prst="rect">
            <a:avLst/>
          </a:prstGeom>
          <a:solidFill>
            <a:srgbClr val="F59E0B">
              <a:alpha val="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42048" y="1490472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2027.08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1783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产品安全类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AI纳入监管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2026年8月合规核心要求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310896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246120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3444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风险管理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6868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建立全生命周期AI风险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管理体系与监控机制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43200" y="310896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246120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24612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数据治理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88036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确保训练数据质量、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可追溯性与合规性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754880" y="310896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46120"/>
            <a:ext cx="256032" cy="25603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25780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透明披露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89204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AI系统须标注身份，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深伪内容必须明确标识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66560" y="310896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246120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69480" y="3218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人类监督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903720" y="3611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高风险AI系统须保留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人工审核与干预能力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重要提醒：违规企业最高面临全球年营收6%的罚款，建议企业尽快启动合规评估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医疗重大突破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430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影像诊断准确率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超越资深医师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药物研发周期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缩短比例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3774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3亿+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全球AI医疗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市场规模（美元）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近期重大进展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898648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24128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AI辅助影像诊断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4128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深度学习模型在肺结节、眼底病变、皮肤癌等筛查中达到甚至超越三甲医院主任医师水平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75888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24128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AI驱动药物发现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24128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多家AI制药公司进入临床II/III期试验，从靶点发现到先导化合物优化全流程AI化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89864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38928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医疗大语言模型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38928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专科医疗LLM通过执业医师资格考试，在问诊分诊、病历生成、辅助决策中广泛应用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7588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38928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可穿戴+AI健康管理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38928" y="3886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AI与智能穿戴设备结合，实现心血管疾病、糖尿病等慢病的实时监测与早期预警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863840" y="2286000"/>
            <a:ext cx="1188720" cy="1188720"/>
          </a:xfrm>
          <a:prstGeom prst="ellipse">
            <a:avLst/>
          </a:prstGeom>
          <a:solidFill>
            <a:srgbClr val="EF4444">
              <a:alpha val="12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6060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企业AI规模化部署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大模型从"技术尝鲜"迈向"核心业务驱动"，企业AI部署进入规模化新阶段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23774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金融行业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智能风控与反欺诈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AI投顾与量化交易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智能客服与理赔自动化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2011680" cy="4572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风控准确率提升40%，运营成本降低35%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828800"/>
            <a:ext cx="23774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制造业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工业视觉质检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预测性维护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供应链智能优化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429000"/>
            <a:ext cx="2011680" cy="457200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产品缺陷率下降60%，设备停机减少45%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828800"/>
            <a:ext cx="23774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828800"/>
            <a:ext cx="23774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零售与电商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应用场景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651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AI个性化推荐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智能库存管理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虚拟导购与试穿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429000"/>
            <a:ext cx="2011680" cy="457200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转化率提升25%，库存周转加快50%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2026年趋势：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私有化部署 + 行业垂直模型 + MLOps工具链 成为企业AI三大核心投入方向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663440"/>
            <a:ext cx="768096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663440"/>
            <a:ext cx="301752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6634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私有化部署 39%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49040" y="4663440"/>
            <a:ext cx="25603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46634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行业垂直模型 33%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4663440"/>
            <a:ext cx="210312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4663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MLOps工具链 28%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ICLR 2026 国际学习表征会议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ICLR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Learning Representations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时间：2026年5月4日-8日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地点：线上+线下混合模式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录取率：约25%（投稿量创新高）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本届热点研究方向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3566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664208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多模态大模型对齐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1600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最热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2002536"/>
            <a:ext cx="3566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2066544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0025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高效参数微调 (PEFT)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20025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404872"/>
            <a:ext cx="3566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2468880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24048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模型可解释性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240487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807208"/>
            <a:ext cx="3566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83480" y="2871216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807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具身智能与机器人学习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28072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9544"/>
            <a:ext cx="35661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983480" y="3273552"/>
            <a:ext cx="164592" cy="164592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Science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320954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值得关注的前沿论文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" y="3172968"/>
            <a:ext cx="594360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1729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63040" y="3154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for Mixture-of-Experts Architectures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63040" y="335584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揭示MoE架构的规模化定律，为万亿参数模型设计提供理论指导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3648456"/>
            <a:ext cx="59436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6484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63040" y="3630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Preference Optimization with Multi-Objective Rewards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63040" y="383133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多目标偏好优化的新框架，实现安全性与能力的内在平衡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4123944"/>
            <a:ext cx="594360" cy="201168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12394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463040" y="41056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Theorem Proving at Scale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63040" y="4306824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大规模神经定理证明突破，AI数学推理能力迈向新台阶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来源：ICLR 2026官方网站 / OpenReview / 学术Twitter热议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286000" cy="137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481328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大模型竞赛进入"深水区"，国产模型与国际顶尖水平的差距持续缩小，开源生态成为重要竞争力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2212848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103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Agent从概念走向落地，2026年将成为智能体商用元年，重塑人机交互范式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" y="2944368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834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全球AI治理框架加速成型，EU AI法案全面实施将产生深远影响，合规能力成为企业刚需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" y="3675888"/>
            <a:ext cx="292608" cy="29260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5661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AI在医疗、制造、金融等垂直行业的应用进入规模化阶段，从"降本增效"迈向"价值创造"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122642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519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下周看点：OpenAI春季发布会 | Google I/O 预热 | 国内大模型新版本预告 | AI安全峰会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AI科技圈周报 · 2026年5月第1周 · 每周一定期发布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AI科技圈周报 - 2026年5月第1周</dc:title>
  <dc:subject>PptxGenJS Presentation</dc:subject>
  <dc:creator>AI Tech Weekly</dc:creator>
  <cp:lastModifiedBy>AI Tech Weekly</cp:lastModifiedBy>
  <cp:revision>1</cp:revision>
  <dcterms:created xsi:type="dcterms:W3CDTF">2026-05-07T06:15:49Z</dcterms:created>
  <dcterms:modified xsi:type="dcterms:W3CDTF">2026-05-07T06:15:49Z</dcterms:modified>
</cp:coreProperties>
</file>