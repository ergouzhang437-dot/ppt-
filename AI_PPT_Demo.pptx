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28fd34c0_1280x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AI Image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Automated Visual Content for 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Arial Black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4748B"/>
                </a:solidFill>
                <a:latin typeface="Calibri"/>
              </a:defRPr>
            </a:pPr>
            <a:r>
              <a:t>Image Generation Module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Python script calling DashScope WAN 2.7 API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Supports Chinese &amp; English prompts</a:t>
            </a:r>
          </a:p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Outputs PNG + base64 for PPT embedding</a:t>
            </a:r>
          </a:p>
        </p:txBody>
      </p:sp>
      <p:pic>
        <p:nvPicPr>
          <p:cNvPr id="6" name="Picture 5" descr="ai_1b383e49_1280x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5A82"/>
                </a:solidFill>
                <a:latin typeface="Arial Black"/>
              </a:defRPr>
            </a:pPr>
            <a: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AI generates image</a:t>
            </a:r>
            <a:br/>
            <a:r>
              <a:t>from text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399" y="109728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8999" y="1325880"/>
            <a:ext cx="548640" cy="54864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8999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99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5A82"/>
                </a:solidFill>
                <a:latin typeface="Arial Black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Saves to local file</a:t>
            </a:r>
            <a:br/>
            <a:r>
              <a:t>+ base64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132588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5A82"/>
                </a:solidFill>
                <a:latin typeface="Arial Black"/>
              </a:defRPr>
            </a:pPr>
            <a: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Insert into slide</a:t>
            </a:r>
            <a:br/>
            <a:r>
              <a:t>via pptxgenjs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A82"/>
                </a:solidFill>
                <a:latin typeface="Arial Black"/>
              </a:defRPr>
            </a:pPr>
            <a:r>
              <a:t>Example: AI-Generated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Prompt: "一间有着精致窗户的花店，</a:t>
            </a:r>
            <a:br/>
            <a:r>
              <a:t>漂亮的木质门，摆放着花朵"</a:t>
            </a:r>
          </a:p>
        </p:txBody>
      </p:sp>
      <p:pic>
        <p:nvPicPr>
          <p:cNvPr id="6" name="Picture 5" descr="ai_fa5c8fa6_1280x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840480" cy="2560320"/>
          </a:xfrm>
          <a:prstGeom prst="rect">
            <a:avLst/>
          </a:prstGeom>
        </p:spPr>
      </p:pic>
      <p:pic>
        <p:nvPicPr>
          <p:cNvPr id="7" name="Picture 6" descr="ai_1ffa6977_1280x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14400"/>
            <a:ext cx="38404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4846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1ffa6977_1280x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 Black"/>
              </a:defRPr>
            </a:pPr>
            <a:r>
              <a:t>AI + 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Every slide can have unique AI-generated visuals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